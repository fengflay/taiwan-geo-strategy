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年營收 (NT$M)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48</c:v>
                </c:pt>
                <c:pt idx="2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Taiwan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台灣第一個 AI 搜尋能見度優化平台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搶佔 AI 時代的 SEO 新戰場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0" y="3749040"/>
            <a:ext cx="3657600" cy="50292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Pre-Seed / Seed 輪  |  NT$10M-20M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Confidential  |  2026 Q2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問題：AI 搜尋正在顛覆一切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60%+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台灣用戶已用 AI 取代傳統搜尋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16459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台灣企業在 AI 搜尋中完全隱形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16459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-25%/年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 SEO 流量持續衰退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當你的客戶問 AI「推薦台灣最好的 [你的產業] 解決方案」——AI 推薦的是你的競品，不是你。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企業的行銷預算必然從 SEO 遷移到 GEO。問題是：誰來接住這筆預算？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解決方案：GEO — AI 時代的 SEO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Generative Engine Optimization — 讓 AI 搜尋引擎主動推薦品牌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我們做的事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能見度診斷與監測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677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語義實體 + Schema 結構化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066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優化內容生產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4553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145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多平台權威分發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8444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584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數據追蹤與持續迭代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為什麼客戶買單</a:t>
            </a:r>
            <a:endParaRPr lang="en-US" sz="1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82880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3212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 Demo 震撼力（AI 搜不到你）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267712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3212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已有 SEO 預算，自然轉移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706624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532120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競品已佈局，製造急迫感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145536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532120" y="3145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數據可追蹤，ROI 可量化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584448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532120" y="3584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合約制穩定現金流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市場規模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162035">
              <a:alpha val="6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645920"/>
            <a:ext cx="5120640" cy="2194560"/>
          </a:xfrm>
          <a:prstGeom prst="rect">
            <a:avLst/>
          </a:prstGeom>
          <a:solidFill>
            <a:srgbClr val="162035">
              <a:alpha val="6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2103120"/>
            <a:ext cx="2926080" cy="1280160"/>
          </a:xfrm>
          <a:prstGeom prst="rect">
            <a:avLst/>
          </a:prstGeom>
          <a:solidFill>
            <a:srgbClr val="162035">
              <a:alpha val="60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TAM  USD $100B+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AI 行銷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SAM  USD $5B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亞太 GEO 服務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SOM  USD $50-100M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GEO 市場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萬家有數位預算的台灣企業 × 年均 GEO 預算 NT$300K-600K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SaaS 訂閱制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能見度監測平台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月費 NT$5K-50K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18288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顧問服務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策略諮詢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月費制合約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8288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內容+通路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文章撰寫、白牌服務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合作夥伴分潤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單位經濟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NT$15-25K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獲客成本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67712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NT$360-720K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267712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67712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年合約價值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95344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30-60x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95344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LTV:CAC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95344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極健康比率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22976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65-75%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22976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SaaS 化後 80%+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50608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1 月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50608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回本期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50608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首月回收 CAC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護城河：五大競爭壁壘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7373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時間壁壘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台灣零競爭，第一個 = 品類代名詞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先行者認知不可逆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37560" y="1051560"/>
            <a:ext cx="2651760" cy="17373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數據壁壘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7472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 AI 監測數據庫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每服務一個客戶，壁壘加深一分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1051560"/>
            <a:ext cx="2651760" cy="17373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887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品類壁壘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550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我們定義遊戲規則和行業術語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競品必須用我們的框架解釋自己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691640" y="2971800"/>
            <a:ext cx="2651760" cy="17373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1089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生態壁壘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82880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50+ 家 SEO/行銷公司合作網路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白牌服務深度整合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0" y="2971800"/>
            <a:ext cx="2651760" cy="17373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10896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2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切換成本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70916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客戶累積的 GEO 資產和歷史數據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形成深度依賴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成長路線圖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4884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Q2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Pre-Seed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645920" cy="20116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4320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 MVP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個客戶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方法論驗證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人團隊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Q4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651760"/>
            <a:ext cx="1645920" cy="20116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74320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SaaS 平台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50+ 客戶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數據飛輪啟動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人團隊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214884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 Q2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Series 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1645920" cy="20116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74320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自動化平台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150+ 客戶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品類領導地位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人團隊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2028+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國際擴張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651760"/>
            <a:ext cx="1645920" cy="20116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274320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日本/東南亞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300+ 客戶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50+ 人團隊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財務預測（保守情境）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97280"/>
          <a:ext cx="3200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77240"/>
                <a:gridCol w="777240"/>
                <a:gridCol w="777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Year 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Year 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Year 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20-30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80-120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200-300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月營收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NT$800K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NT$4M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NT$12.5M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60-65%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70-75%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75-80%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團隊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5-8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15-25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40-60 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Year 3 目標：年營收 NT$150M+  |  毛利率 75-80%  |  200+ 客戶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對標公司：GEO 就是下一個 SEO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催生了數十家獨角獸，GEO 的故事正在重演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25603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SEMrush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 $2.5B 市值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工具+分析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2011680" cy="25603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20116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Ahrefs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年營收 $100M+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反向連結分析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2011680" cy="25603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年營收 $75M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領域權威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280160"/>
            <a:ext cx="2011680" cy="25603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2801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Taiwan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搶佔 GEO 品類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台灣→亞太→全球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我們在這裡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市場正處於 SEO 2010 年的位置。先佔位者將定義整個品類。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657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Ask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Pre-Seed / Seed  |  NT$10M-20M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651760"/>
            <a:ext cx="19659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651760"/>
            <a:ext cx="19659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產品開發 40%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監測平台自動化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2651760"/>
            <a:ext cx="19659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265176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市場拓展 30%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0604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業務團隊+品牌行銷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651760"/>
            <a:ext cx="19659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65176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營運準備金 20%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548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個月 runway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2651760"/>
            <a:ext cx="19659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03720" y="265176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6903720" y="2788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法務合規 10%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0372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個資法+公平交易法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我們需要的不只是資金——更需要客戶引薦、人才網路、產業連結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「在 AI 重新定義搜尋的時代，GEO 就是下一個 SEO。問題不是市場會不會起來，而是誰先佔位。」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Taiwan — Investor Pitch</dc:title>
  <dc:subject>PptxGenJS Presentation</dc:subject>
  <dc:creator>GEO Taiwan</dc:creator>
  <cp:lastModifiedBy>GEO Taiwan</cp:lastModifiedBy>
  <cp:revision>1</cp:revision>
  <dcterms:created xsi:type="dcterms:W3CDTF">2026-03-17T09:05:42Z</dcterms:created>
  <dcterms:modified xsi:type="dcterms:W3CDTF">2026-03-17T09:05:42Z</dcterms:modified>
</cp:coreProperties>
</file>